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"/>
  </p:notesMasterIdLst>
  <p:sldIdLst>
    <p:sldId id="412" r:id="rId5"/>
    <p:sldId id="400" r:id="rId6"/>
    <p:sldId id="467" r:id="rId7"/>
    <p:sldId id="409" r:id="rId8"/>
    <p:sldId id="468" r:id="rId9"/>
    <p:sldId id="469" r:id="rId10"/>
    <p:sldId id="464" r:id="rId11"/>
    <p:sldId id="399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 cla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 clar 2 - èmfasi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 mitjà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82"/>
  </p:normalViewPr>
  <p:slideViewPr>
    <p:cSldViewPr snapToGrid="0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 dirty="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411-08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 err="1"/>
              <a:t>Sprint</a:t>
            </a:r>
            <a:r>
              <a:rPr lang="ca-ES" sz="1400"/>
              <a:t>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Composició de l’equip</a:t>
            </a:r>
            <a:r>
              <a:rPr lang="en-GB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14AE07-3639-F5C2-D9BA-C0FC3F1B97C3}"/>
              </a:ext>
            </a:extLst>
          </p:cNvPr>
          <p:cNvSpPr txBox="1"/>
          <p:nvPr/>
        </p:nvSpPr>
        <p:spPr>
          <a:xfrm>
            <a:off x="1121756" y="2748188"/>
            <a:ext cx="26353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Enric </a:t>
            </a:r>
            <a:r>
              <a:rPr lang="es-ES" err="1"/>
              <a:t>Alvarez</a:t>
            </a:r>
            <a:r>
              <a:rPr lang="es-ES"/>
              <a:t> </a:t>
            </a:r>
            <a:r>
              <a:rPr lang="es-ES" err="1"/>
              <a:t>Bargada</a:t>
            </a:r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C369DB-16A4-5A1E-3B9A-B758A83E309A}"/>
              </a:ext>
            </a:extLst>
          </p:cNvPr>
          <p:cNvSpPr txBox="1"/>
          <p:nvPr/>
        </p:nvSpPr>
        <p:spPr>
          <a:xfrm>
            <a:off x="1117251" y="3428027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Neus Roig Prat</a:t>
            </a:r>
            <a:endParaRPr lang="ca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C62CEE-6A8B-2B35-B786-8B14CB14DC3C}"/>
              </a:ext>
            </a:extLst>
          </p:cNvPr>
          <p:cNvSpPr txBox="1"/>
          <p:nvPr/>
        </p:nvSpPr>
        <p:spPr>
          <a:xfrm>
            <a:off x="1119162" y="4033289"/>
            <a:ext cx="516358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Blay Clotas Cekov (SCRUM MASTER)</a:t>
            </a:r>
            <a:endParaRPr lang="ca-ES"/>
          </a:p>
          <a:p>
            <a:endParaRPr lang="ca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D766566-045E-7674-F7AA-34E878B42A0B}"/>
              </a:ext>
            </a:extLst>
          </p:cNvPr>
          <p:cNvSpPr txBox="1"/>
          <p:nvPr/>
        </p:nvSpPr>
        <p:spPr>
          <a:xfrm>
            <a:off x="1117251" y="4680665"/>
            <a:ext cx="280786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err="1"/>
              <a:t>Maria</a:t>
            </a:r>
            <a:r>
              <a:rPr lang="es-ES"/>
              <a:t> Figueras Martínez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2304-B49A-1A6B-93E0-D732DE34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76CF7-6CC8-BD53-BF6D-4FF1F12D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dirty="0"/>
              <a:t>Diagrama Cas d’Ús final (Usuari no registrat)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31F8EB-BDBF-4BC9-D252-8ADFD77E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79420D-335D-8C8B-9AA0-626A56EA3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7"/>
          <a:stretch>
            <a:fillRect/>
          </a:stretch>
        </p:blipFill>
        <p:spPr>
          <a:xfrm>
            <a:off x="2579198" y="2107285"/>
            <a:ext cx="6513431" cy="443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7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36" y="219867"/>
            <a:ext cx="10168128" cy="1179576"/>
          </a:xfrm>
        </p:spPr>
        <p:txBody>
          <a:bodyPr>
            <a:normAutofit/>
          </a:bodyPr>
          <a:lstStyle/>
          <a:p>
            <a:r>
              <a:rPr lang="ca-ES" dirty="0"/>
              <a:t>Diagrama Cas d’Ús final (cuiner)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956E2F-70EC-D90D-81E4-1F8B0C95A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920" y="1184288"/>
            <a:ext cx="6314292" cy="567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2BF83-D0EB-A390-F5EB-E7CBBA60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C6BB6-7069-CE1A-0C84-19CEA4D5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36" y="219867"/>
            <a:ext cx="10168128" cy="1179576"/>
          </a:xfrm>
        </p:spPr>
        <p:txBody>
          <a:bodyPr>
            <a:normAutofit/>
          </a:bodyPr>
          <a:lstStyle/>
          <a:p>
            <a:r>
              <a:rPr lang="ca-ES" dirty="0"/>
              <a:t>Diagrama Cas d’Ús final (repartidor)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BC0802-9394-68DA-015A-E3AE08EA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7D7644-F124-44B0-80D2-C487FE977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545166"/>
            <a:ext cx="7772400" cy="509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8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AC67-8994-4E71-1CAE-2A7ABF4C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B2344-4784-AC37-EC00-3AFC2E52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36" y="219867"/>
            <a:ext cx="10168128" cy="1179576"/>
          </a:xfrm>
        </p:spPr>
        <p:txBody>
          <a:bodyPr>
            <a:normAutofit/>
          </a:bodyPr>
          <a:lstStyle/>
          <a:p>
            <a:r>
              <a:rPr lang="ca-ES" dirty="0"/>
              <a:t>Diagrama Cas d’Ús final (client)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BDE4E5-F404-ACD6-7657-054625E3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050828A-6387-5FB7-E989-EE895D3B9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001" y="1152069"/>
            <a:ext cx="5839799" cy="56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7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1F9CAE36-AD3C-1F9E-7A19-7390C428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ítol 1">
            <a:extLst>
              <a:ext uri="{FF2B5EF4-FFF2-40B4-BE49-F238E27FC236}">
                <a16:creationId xmlns:a16="http://schemas.microsoft.com/office/drawing/2014/main" id="{FE8DA617-596E-221C-8672-E98EA4C2B373}"/>
              </a:ext>
            </a:extLst>
          </p:cNvPr>
          <p:cNvSpPr txBox="1">
            <a:spLocks/>
          </p:cNvSpPr>
          <p:nvPr/>
        </p:nvSpPr>
        <p:spPr>
          <a:xfrm>
            <a:off x="1248918" y="35077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a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534D16-F300-182A-9F39-A66E3E28171C}"/>
              </a:ext>
            </a:extLst>
          </p:cNvPr>
          <p:cNvSpPr txBox="1">
            <a:spLocks/>
          </p:cNvSpPr>
          <p:nvPr/>
        </p:nvSpPr>
        <p:spPr>
          <a:xfrm>
            <a:off x="578652" y="1129240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" sz="4800"/>
              <a:t>Diagrama Cas d’Ús final</a:t>
            </a:r>
            <a:endParaRPr lang="ca-ES" sz="4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21F797C-531F-9DED-7C55-E46122648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055" y="190500"/>
            <a:ext cx="4645364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8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XXX-YY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 err="1"/>
              <a:t>Sprint</a:t>
            </a:r>
            <a:r>
              <a:rPr lang="ca-ES" sz="1400"/>
              <a:t>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7b814fa0-4f1b-4d56-8a36-064af1e36e66"/>
    <ds:schemaRef ds:uri="b1fa7ccf-aa4f-4f27-84db-07667d020a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89</Words>
  <Application>Microsoft Macintosh PowerPoint</Application>
  <PresentationFormat>Panorámica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Diagrama Cas d’Ús final (Usuari no registrat)</vt:lpstr>
      <vt:lpstr>Diagrama Cas d’Ús final (cuiner)</vt:lpstr>
      <vt:lpstr>Diagrama Cas d’Ús final (repartidor)</vt:lpstr>
      <vt:lpstr>Diagrama Cas d’Ús final (client)</vt:lpstr>
      <vt:lpstr>Presentación de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Enric Alvarez Bargada</cp:lastModifiedBy>
  <cp:revision>4</cp:revision>
  <dcterms:created xsi:type="dcterms:W3CDTF">2023-02-10T08:32:17Z</dcterms:created>
  <dcterms:modified xsi:type="dcterms:W3CDTF">2026-06-18T10:09:17Z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